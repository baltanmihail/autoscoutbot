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Saira Medium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80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0783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Влияние организационной структуры на архитектуру программного обеспечения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84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Галкин З. В., Балтян М. А.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00289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Студенты 3 курса кафедры ИБМ7 "Инновационное предпринимательство"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973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Технические требования — это только верхушка айсберга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43043"/>
            <a:ext cx="33370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Распространённый миф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2418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Архитектура ПО определяется исключительно нагрузкой, безопасностью и масштабируемостью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4343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Реальная проблема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92418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Социальная структура команд и коммуникации внутри организации формируют итоговый продукт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12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Закон Конвея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10232"/>
            <a:ext cx="7556421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864" y="3059906"/>
            <a:ext cx="3921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Фундаментальный принцип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29864" y="3550325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 программного продукта воспроизводит структуру коммуникаций организации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9864" y="5002292"/>
            <a:ext cx="5075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Границы модулей = границы команд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29864" y="5492710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Границы между программными модулями отражают зоны ответственности различных команд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5EE141-BAE4-B6E7-E735-EC63783A4FDC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850" y="552569"/>
            <a:ext cx="11078766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Линейно-функциональная структура → Монолит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50" y="1534120"/>
            <a:ext cx="8183642" cy="4555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850" y="6261616"/>
            <a:ext cx="2325053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Жёсткая иерархия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7850" y="6704767"/>
            <a:ext cx="8183642" cy="91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Отделы по специализациям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Централизованное управление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связность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42740" y="3888343"/>
            <a:ext cx="2884765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Монолитная архитектура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42740" y="4331494"/>
            <a:ext cx="4197191" cy="91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Каскадные ошибки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 изменений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 всей системы</a:t>
            </a:r>
            <a:endParaRPr lang="en-US" sz="14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69BD0A-DDE8-919C-3728-87827522CCAC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9917"/>
            <a:ext cx="124973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Дивизиональная структура → Микросервисы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88858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515672"/>
            <a:ext cx="30844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Автономные единицы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006090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Продуктовые команды с собственным стеком технологий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49742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8765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API-контракты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366974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Формализованное взаимодействие через интерфейсы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10626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237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Масштабируемость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727859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Независимое развитие и рост компонентов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6266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A9E11CB-6F2B-429B-948C-0D8569937173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8191"/>
            <a:ext cx="123001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Матричная структура → Общие компоненты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83059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Экономия ресурсов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57831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Уход от дублирования кода через общие библиотеки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83059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4087892"/>
            <a:ext cx="4273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Распространение уязвимостей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Уязвимость в общем компоненте ставит под угрозу все программы</a:t>
            </a:r>
            <a:endParaRPr lang="en-US" sz="17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439818-6963-82D0-4C79-DB523AD5978B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6950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Когнитивная нагрузка и инкапсуляция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55445" y="4269343"/>
            <a:ext cx="29235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Инкапсуляция в коде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Ограничение доступа к данным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1411" y="4251484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38832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Регламенты в менеджменте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Чёткие границы ответственности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0307" y="3300412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95568"/>
            <a:ext cx="30060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Неформальные связи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Нарушение границ → спагетти-код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4533" y="6026587"/>
            <a:ext cx="339328" cy="339328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FDE9B0-DDD0-4589-0873-38CF6B46009D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1021"/>
            <a:ext cx="72191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Обратный маневр Конвея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55006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02931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Проактивное проектирование команд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7406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Сначала создаём оргструктуру, затем получаем архитектуру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855006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02931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Маленькие кросс-функциональные команды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87406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Независимость и ответственность за бизнес-домен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855006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029313"/>
            <a:ext cx="35812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Строгие API-ограничения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519732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Ограничение коммуникаций формирует слабосвязную кодовую базу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C2327C1-760D-E5CB-4503-0438AB524E0D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0240"/>
            <a:ext cx="12528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Синхронизация менеджмента и архитектуры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69181"/>
            <a:ext cx="4196358" cy="3340060"/>
          </a:xfrm>
          <a:prstGeom prst="roundRect">
            <a:avLst>
              <a:gd name="adj" fmla="val 611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32188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340590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4126111"/>
            <a:ext cx="36970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Технические проблемы = симптомы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43464" y="4970859"/>
            <a:ext cx="36970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Неэффективные коммуникации внутри компании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969181"/>
            <a:ext cx="4196358" cy="3340060"/>
          </a:xfrm>
          <a:prstGeom prst="roundRect">
            <a:avLst>
              <a:gd name="adj" fmla="val 611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6636" y="32188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3802" y="340590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6636" y="4126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Системный подход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66636" y="4616529"/>
            <a:ext cx="36970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Успешная разработка невозможна в социальном вакууме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69181"/>
            <a:ext cx="4196358" cy="3340060"/>
          </a:xfrm>
          <a:prstGeom prst="roundRect">
            <a:avLst>
              <a:gd name="adj" fmla="val 611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9808" y="32188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6974" y="340590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9808" y="4126111"/>
            <a:ext cx="36970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Масштабируемые системы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89808" y="4970859"/>
            <a:ext cx="36970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Синхронизация архитектурного видения с управленческими моделями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EC5377C-7F62-6A52-746E-FC228AF4E4DC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2063"/>
            <a:ext cx="850999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Спасибо за внимание!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490442"/>
            <a:ext cx="76984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Готовы ответить на ваши вопросы</a:t>
            </a:r>
            <a:endParaRPr lang="en-US" sz="35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9F6D8F-C7FA-8D49-36C8-3B8CF77E28C4}"/>
              </a:ext>
            </a:extLst>
          </p:cNvPr>
          <p:cNvSpPr/>
          <p:nvPr/>
        </p:nvSpPr>
        <p:spPr>
          <a:xfrm>
            <a:off x="12772800" y="7621200"/>
            <a:ext cx="1958400" cy="73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</Words>
  <Application>Microsoft Office PowerPoint</Application>
  <PresentationFormat>Произвольный</PresentationFormat>
  <Paragraphs>70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Saira Light</vt:lpstr>
      <vt:lpstr>Saira Medium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Захар Галкин</dc:creator>
  <cp:lastModifiedBy>Захар Галкин</cp:lastModifiedBy>
  <cp:revision>2</cp:revision>
  <dcterms:created xsi:type="dcterms:W3CDTF">2026-04-05T15:00:41Z</dcterms:created>
  <dcterms:modified xsi:type="dcterms:W3CDTF">2026-04-05T15:02:43Z</dcterms:modified>
</cp:coreProperties>
</file>