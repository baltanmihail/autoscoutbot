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A637"/>
    <a:srgbClr val="75C3B3"/>
    <a:srgbClr val="00684D"/>
    <a:srgbClr val="88B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AADB6-2F14-433C-9FDF-575C0C5B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D979E1-0F21-41E3-84D5-8294B492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D38C31-29D2-4D12-8E39-97A9A4F9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9B3AF-5C3E-403A-A3EB-09AC7DF9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6B79D-42F4-47E0-9A23-C31D00D3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97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3946C-85FF-40F8-8AF9-573971EC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7C7C3-6710-406A-A619-0E45D7FB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D1A485-DC86-4541-A4F6-119DEFCC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B21A7-9C9F-46B0-82F2-CBF60E9D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78556-5859-40EE-B005-1DC44AF1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50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BB751-473E-4F4D-B21F-433FDBFD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7154D1-A751-4948-9928-75A4BB8C9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38CF1-EDBB-42DF-95C1-59E169C1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2BAFB-E635-4363-BA9D-4A205025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14F0F2-2F48-4572-A595-865EC81D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54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04CD-5C2E-415F-90AE-1BDE70C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FECFA4-000A-40BE-8420-CF6BE0A26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0DEC2-D0E2-4920-A4F7-43042B192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A90C7-7395-4A5B-B001-FCC2DA58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9DDBB2-25A2-4E45-8790-47FFE56A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7A68B-0C31-4243-8C81-FF714961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64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C8380-EE89-4E19-88CA-36FDECD6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7A81C5-7495-4A50-AD92-FF539EF0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D36AA-942E-4E1B-BB03-B51D775FA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EFDF07-53E5-457E-AE34-278457FD5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A25C0E-A739-428E-AED4-79EAA1142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A7882E-EB30-458F-9B34-F2F51CE6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A2E9A8-6672-4C32-98A7-A630E853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29BFB3-DFE2-41D8-B3AF-533FD859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32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F50B-5246-4BC2-9638-18C912BB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3431235-34C1-4AC6-B71F-B1B55C49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E3359B-CCA7-4C9C-A31F-D99C2BCD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ABF55A-DB1B-460B-BACA-3ED7A7A7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30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B4908E-5710-4840-8385-BCB87837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3C9698-7599-4F27-8113-64651E5B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758A2-8701-4763-8E42-4A1D53B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02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B5E21-88BC-479C-8772-3F8E13D9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99122-6A74-4D91-8DB4-795FA21CD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79530D-E74E-4BDD-B7F5-3503CDA7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69D16-993C-47D6-826E-21446B03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D49EC4-47AB-467C-9EFD-C9CD296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52A32-2FCD-4F09-87AF-8DBE105C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8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44193-A1B3-4727-BFB0-1EB6A1F0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42A3AB-F5E3-4CCD-92D3-919082F7B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BD9890-2148-45BF-AC21-550F1A46E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7C4E0C-13CC-4EF5-AF5C-46D5D3DE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3B2B2-BF31-4578-82F3-A0CB74DB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04E31C-8B5C-48FF-A65B-0D4EF70F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1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5F079-0B5C-428F-A3FC-0CCACC35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1D891C-4D47-4AF1-B4B4-7FCE0444D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B2EA-5916-49BF-844B-D1AB1B6F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890BB7-CA58-41BE-AD89-755CB513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338B8B-107F-4A96-BBF7-0FF7BBE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90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B9FAC7-D647-473C-BB3C-5A44C3435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54C93D-958A-4782-A75A-AA98E5966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7FE20-2D38-44A7-A6DE-0E88B05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A99D0-7504-4ACE-9454-75A82298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E5DCCE-6960-42F0-882A-A65EBDEE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3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A4750-2F1D-4E3B-AA83-6374BCDB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5A11E-4039-488E-8388-A6926DD80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B99C01-7FBE-4943-9FAA-C47F40117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60BA-F06A-41A6-BB7D-19E0D17DB8C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C8CFA-A4A8-48A2-B0C0-FAC689E23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DD7AA1-7761-4F0D-BF5F-34B86AEBD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5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D05A51-DEB7-4C75-9505-6861ACC607A3}"/>
              </a:ext>
            </a:extLst>
          </p:cNvPr>
          <p:cNvSpPr txBox="1"/>
          <p:nvPr/>
        </p:nvSpPr>
        <p:spPr>
          <a:xfrm>
            <a:off x="1158240" y="2084085"/>
            <a:ext cx="689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Тема презентации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B0934-751B-4EAF-B7C2-596363878FD1}"/>
              </a:ext>
            </a:extLst>
          </p:cNvPr>
          <p:cNvSpPr txBox="1"/>
          <p:nvPr/>
        </p:nvSpPr>
        <p:spPr>
          <a:xfrm>
            <a:off x="1158240" y="4020890"/>
            <a:ext cx="689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Докладчик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E7948-FB39-4C06-81A1-E06454694024}"/>
              </a:ext>
            </a:extLst>
          </p:cNvPr>
          <p:cNvSpPr txBox="1"/>
          <p:nvPr/>
        </p:nvSpPr>
        <p:spPr>
          <a:xfrm>
            <a:off x="1158240" y="4418483"/>
            <a:ext cx="689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Иванов Иван Иванович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358CD-2B4F-4D30-B461-E12B85BC8AF7}"/>
              </a:ext>
            </a:extLst>
          </p:cNvPr>
          <p:cNvSpPr txBox="1"/>
          <p:nvPr/>
        </p:nvSpPr>
        <p:spPr>
          <a:xfrm>
            <a:off x="1158240" y="4849960"/>
            <a:ext cx="6896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Должность, регалии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D126CA4-6B41-4FD5-80DC-29E40FAE2983}"/>
              </a:ext>
            </a:extLst>
          </p:cNvPr>
          <p:cNvCxnSpPr>
            <a:cxnSpLocks/>
          </p:cNvCxnSpPr>
          <p:nvPr/>
        </p:nvCxnSpPr>
        <p:spPr>
          <a:xfrm>
            <a:off x="2327434" y="4230365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3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7F43A-C802-423E-B649-3C456198A47B}"/>
              </a:ext>
            </a:extLst>
          </p:cNvPr>
          <p:cNvSpPr txBox="1"/>
          <p:nvPr/>
        </p:nvSpPr>
        <p:spPr>
          <a:xfrm>
            <a:off x="1158240" y="2084085"/>
            <a:ext cx="689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Тема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9D2CC-26B8-41A8-A36F-272021D99A71}"/>
              </a:ext>
            </a:extLst>
          </p:cNvPr>
          <p:cNvSpPr txBox="1"/>
          <p:nvPr/>
        </p:nvSpPr>
        <p:spPr>
          <a:xfrm>
            <a:off x="1158240" y="4020890"/>
            <a:ext cx="689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Докладчик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59BC8-A659-4341-BC39-E7943863E8BF}"/>
              </a:ext>
            </a:extLst>
          </p:cNvPr>
          <p:cNvSpPr txBox="1"/>
          <p:nvPr/>
        </p:nvSpPr>
        <p:spPr>
          <a:xfrm>
            <a:off x="1158240" y="4418483"/>
            <a:ext cx="689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Иванов Иван Иванович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5915E-5AFB-4AE3-8877-244E9EFFA14E}"/>
              </a:ext>
            </a:extLst>
          </p:cNvPr>
          <p:cNvSpPr txBox="1"/>
          <p:nvPr/>
        </p:nvSpPr>
        <p:spPr>
          <a:xfrm>
            <a:off x="1158240" y="4849960"/>
            <a:ext cx="6896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Должность, регалии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B455760-7A66-4065-9999-353321906894}"/>
              </a:ext>
            </a:extLst>
          </p:cNvPr>
          <p:cNvCxnSpPr>
            <a:cxnSpLocks/>
          </p:cNvCxnSpPr>
          <p:nvPr/>
        </p:nvCxnSpPr>
        <p:spPr>
          <a:xfrm>
            <a:off x="2327434" y="4230365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44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1EEDC0-C365-4CB1-9F9C-3525AF98D2E5}"/>
              </a:ext>
            </a:extLst>
          </p:cNvPr>
          <p:cNvSpPr txBox="1"/>
          <p:nvPr/>
        </p:nvSpPr>
        <p:spPr>
          <a:xfrm>
            <a:off x="1158240" y="2084085"/>
            <a:ext cx="689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Тема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3A2EE-44D5-415E-A190-4BB7FDB58D4B}"/>
              </a:ext>
            </a:extLst>
          </p:cNvPr>
          <p:cNvSpPr txBox="1"/>
          <p:nvPr/>
        </p:nvSpPr>
        <p:spPr>
          <a:xfrm>
            <a:off x="1158240" y="4020890"/>
            <a:ext cx="689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Докладчик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5B272-86D1-4F35-B35E-9281BB22B55A}"/>
              </a:ext>
            </a:extLst>
          </p:cNvPr>
          <p:cNvSpPr txBox="1"/>
          <p:nvPr/>
        </p:nvSpPr>
        <p:spPr>
          <a:xfrm>
            <a:off x="1158240" y="4418483"/>
            <a:ext cx="689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Иванов Иван Иванович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9A6E0-CB65-4E60-9B43-98F18FE96476}"/>
              </a:ext>
            </a:extLst>
          </p:cNvPr>
          <p:cNvSpPr txBox="1"/>
          <p:nvPr/>
        </p:nvSpPr>
        <p:spPr>
          <a:xfrm>
            <a:off x="1158240" y="4849960"/>
            <a:ext cx="6896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Должность, регалии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B3EF759-A974-48ED-AEEF-1D4ACC96D620}"/>
              </a:ext>
            </a:extLst>
          </p:cNvPr>
          <p:cNvCxnSpPr>
            <a:cxnSpLocks/>
          </p:cNvCxnSpPr>
          <p:nvPr/>
        </p:nvCxnSpPr>
        <p:spPr>
          <a:xfrm>
            <a:off x="2327434" y="4230365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04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115824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4DDFB-6138-42CB-884D-6A44F87E0B67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6E254-9F34-4B02-B1E8-ABE23055C210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D9663-63EB-490A-90E1-B8DE5F71CCD1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32488-B9A6-4B2B-B371-23478D7316D8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15035-8FF4-40A2-90AD-6F4427CE7104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44C0B-E89E-486D-9A4D-8563F07D85EC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48030D-F496-46A6-A237-4FAE5EB898C6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5289D93-B5F0-486E-962A-80FE3E95B56F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223CC02-0AD1-4CFB-9B35-0AAA4BFD82DC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7DD3F59-6B88-48C9-B6FA-9FA5F08E5018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1B2E87-A103-4766-A7B5-460121FC5CA9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</p:spTree>
    <p:extLst>
      <p:ext uri="{BB962C8B-B14F-4D97-AF65-F5344CB8AC3E}">
        <p14:creationId xmlns:p14="http://schemas.microsoft.com/office/powerpoint/2010/main" val="342306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04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E637A-8DC1-4378-AC4C-2326F569C588}"/>
              </a:ext>
            </a:extLst>
          </p:cNvPr>
          <p:cNvSpPr txBox="1"/>
          <p:nvPr/>
        </p:nvSpPr>
        <p:spPr>
          <a:xfrm>
            <a:off x="1158240" y="2495565"/>
            <a:ext cx="6896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Спасибо</a:t>
            </a:r>
          </a:p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52550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</Words>
  <Application>Microsoft Office PowerPoint</Application>
  <PresentationFormat>Широкоэкранный</PresentationFormat>
  <Paragraphs>23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ALS Sector Bold</vt:lpstr>
      <vt:lpstr>ALS Sector Regular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2026-03-23T12:07:38Z</dcterms:created>
  <dcterms:modified xsi:type="dcterms:W3CDTF">2026-03-23T12:51:37Z</dcterms:modified>
</cp:coreProperties>
</file>